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228600"/>
            <a:ext cx="2743200" cy="4663440"/>
          </a:xfrm>
          <a:prstGeom prst="roundRect">
            <a:avLst>
              <a:gd name="adj" fmla="val 11667"/>
            </a:avLst>
          </a:prstGeom>
          <a:solidFill>
            <a:srgbClr val="1A1A1A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73552" y="576072"/>
            <a:ext cx="2596896" cy="416052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60520" y="338328"/>
            <a:ext cx="822960" cy="201168"/>
          </a:xfrm>
          <a:prstGeom prst="roundRect">
            <a:avLst>
              <a:gd name="adj" fmla="val 45455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24528" y="4727448"/>
            <a:ext cx="694944" cy="64008"/>
          </a:xfrm>
          <a:prstGeom prst="roundRect">
            <a:avLst>
              <a:gd name="adj" fmla="val 57143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73552" y="576072"/>
            <a:ext cx="2596896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EDED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01568" y="685800"/>
            <a:ext cx="256032" cy="256032"/>
          </a:xfrm>
          <a:prstGeom prst="ellipse">
            <a:avLst/>
          </a:prstGeom>
          <a:solidFill>
            <a:srgbClr val="FAFAFA"/>
          </a:solidFill>
          <a:ln w="10160">
            <a:solidFill>
              <a:srgbClr val="2B2B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61004" y="726948"/>
            <a:ext cx="50292" cy="128016"/>
          </a:xfrm>
          <a:prstGeom prst="line">
            <a:avLst/>
          </a:prstGeom>
          <a:noFill/>
          <a:ln w="8890">
            <a:solidFill>
              <a:srgbClr val="2B2B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13125" y="726948"/>
            <a:ext cx="50292" cy="128016"/>
          </a:xfrm>
          <a:prstGeom prst="line">
            <a:avLst/>
          </a:prstGeom>
          <a:noFill/>
          <a:ln w="8890">
            <a:solidFill>
              <a:srgbClr val="2B2B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1860" y="720547"/>
            <a:ext cx="50292" cy="50292"/>
          </a:xfrm>
          <a:prstGeom prst="ellipse">
            <a:avLst/>
          </a:prstGeom>
          <a:solidFill>
            <a:srgbClr val="E8B4B8"/>
          </a:solidFill>
          <a:ln w="12700">
            <a:solidFill>
              <a:srgbClr val="E8B4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15868" y="720547"/>
            <a:ext cx="50292" cy="50292"/>
          </a:xfrm>
          <a:prstGeom prst="ellipse">
            <a:avLst/>
          </a:prstGeom>
          <a:solidFill>
            <a:srgbClr val="E8B4B8"/>
          </a:solidFill>
          <a:ln w="12700">
            <a:solidFill>
              <a:srgbClr val="E8B4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12464" y="7040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87568" y="777240"/>
            <a:ext cx="82296" cy="82296"/>
          </a:xfrm>
          <a:prstGeom prst="ellipse">
            <a:avLst/>
          </a:prstGeom>
          <a:solidFill>
            <a:srgbClr val="E8B4B8"/>
          </a:solidFill>
          <a:ln w="12700">
            <a:solidFill>
              <a:srgbClr val="E8B4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73552" y="1051560"/>
            <a:ext cx="2596896" cy="14173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19856" y="1179576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DIA, MARINA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419856" y="1371600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carro está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boas mãos.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19856" y="1874520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serviço ativo no momento.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Solicite quando precisar.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419856" y="2203704"/>
            <a:ext cx="1051560" cy="219456"/>
          </a:xfrm>
          <a:prstGeom prst="roundRect">
            <a:avLst>
              <a:gd name="adj" fmla="val 16667"/>
            </a:avLst>
          </a:prstGeom>
          <a:solidFill>
            <a:srgbClr val="E8B4B8"/>
          </a:solidFill>
          <a:ln w="12700">
            <a:solidFill>
              <a:srgbClr val="E8B4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9856" y="2208276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solicitação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73552" y="2468880"/>
            <a:ext cx="2596896" cy="2267712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9856" y="2596896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DISPONÍVEIS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383280" y="2852928"/>
            <a:ext cx="23774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3810">
            <a:solidFill>
              <a:srgbClr val="EDED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99923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2D6D8"/>
          </a:solidFill>
          <a:ln w="12700">
            <a:solidFill>
              <a:srgbClr val="F2D6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98164" y="3122676"/>
            <a:ext cx="82296" cy="82296"/>
          </a:xfrm>
          <a:prstGeom prst="ellipse">
            <a:avLst/>
          </a:prstGeom>
          <a:solidFill>
            <a:srgbClr val="E8B4B8"/>
          </a:solidFill>
          <a:ln w="12700">
            <a:solidFill>
              <a:srgbClr val="E8B4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77056" y="296265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periódica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77056" y="31821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Prestadores validados perto de você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266944" y="3035808"/>
            <a:ext cx="493776" cy="201168"/>
          </a:xfrm>
          <a:prstGeom prst="roundRect">
            <a:avLst>
              <a:gd name="adj" fmla="val 27273"/>
            </a:avLst>
          </a:prstGeom>
          <a:solidFill>
            <a:srgbClr val="F2D6D8"/>
          </a:solidFill>
          <a:ln w="12700">
            <a:solidFill>
              <a:srgbClr val="F2D6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66944" y="303580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0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opções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383280" y="3557016"/>
            <a:ext cx="23774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3810">
            <a:solidFill>
              <a:srgbClr val="EDED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370332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2D6D8"/>
          </a:solidFill>
          <a:ln w="12700">
            <a:solidFill>
              <a:srgbClr val="F2D6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98164" y="3826764"/>
            <a:ext cx="82296" cy="82296"/>
          </a:xfrm>
          <a:prstGeom prst="ellipse">
            <a:avLst/>
          </a:prstGeom>
          <a:solidFill>
            <a:srgbClr val="E8B4B8"/>
          </a:solidFill>
          <a:ln w="12700">
            <a:solidFill>
              <a:srgbClr val="E8B4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77056" y="366674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assistido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77056" y="3886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VERAH acompanha todo o processo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266944" y="3739896"/>
            <a:ext cx="493776" cy="201168"/>
          </a:xfrm>
          <a:prstGeom prst="roundRect">
            <a:avLst>
              <a:gd name="adj" fmla="val 27273"/>
            </a:avLst>
          </a:prstGeom>
          <a:solidFill>
            <a:srgbClr val="F2D6D8"/>
          </a:solidFill>
          <a:ln w="12700">
            <a:solidFill>
              <a:srgbClr val="F2D6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66944" y="3739896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0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383280" y="4261104"/>
            <a:ext cx="237744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3810">
            <a:solidFill>
              <a:srgbClr val="EDED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74720" y="440740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2D6D8"/>
          </a:solidFill>
          <a:ln w="12700">
            <a:solidFill>
              <a:srgbClr val="F2D6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98164" y="4530852"/>
            <a:ext cx="82296" cy="82296"/>
          </a:xfrm>
          <a:prstGeom prst="ellipse">
            <a:avLst/>
          </a:prstGeom>
          <a:solidFill>
            <a:srgbClr val="E8B4B8"/>
          </a:solidFill>
          <a:ln w="12700">
            <a:solidFill>
              <a:srgbClr val="E8B4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77056" y="43708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Pneus e alinhamento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77056" y="45902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transparente garantido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266944" y="4443984"/>
            <a:ext cx="493776" cy="201168"/>
          </a:xfrm>
          <a:prstGeom prst="roundRect">
            <a:avLst>
              <a:gd name="adj" fmla="val 27273"/>
            </a:avLst>
          </a:prstGeom>
          <a:solidFill>
            <a:srgbClr val="F2D6D8"/>
          </a:solidFill>
          <a:ln w="12700">
            <a:solidFill>
              <a:srgbClr val="F2D6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66944" y="4443984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0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opções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273552" y="4279392"/>
            <a:ext cx="2596896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DED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38144" y="4370832"/>
            <a:ext cx="256032" cy="45720"/>
          </a:xfrm>
          <a:prstGeom prst="roundRect">
            <a:avLst>
              <a:gd name="adj" fmla="val 40000"/>
            </a:avLst>
          </a:prstGeom>
          <a:solidFill>
            <a:srgbClr val="E8B4B8"/>
          </a:solidFill>
          <a:ln w="12700">
            <a:solidFill>
              <a:srgbClr val="E8B4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92424" y="451713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4041648" y="4370832"/>
            <a:ext cx="256032" cy="45720"/>
          </a:xfrm>
          <a:prstGeom prst="roundRect">
            <a:avLst>
              <a:gd name="adj" fmla="val 40000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95928" y="451713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645152" y="4370832"/>
            <a:ext cx="256032" cy="45720"/>
          </a:xfrm>
          <a:prstGeom prst="roundRect">
            <a:avLst>
              <a:gd name="adj" fmla="val 40000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99432" y="451713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5248656" y="4370832"/>
            <a:ext cx="256032" cy="45720"/>
          </a:xfrm>
          <a:prstGeom prst="roundRect">
            <a:avLst>
              <a:gd name="adj" fmla="val 40000"/>
            </a:avLst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02936" y="451713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274320" y="2194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VERAH — Tela Principal do App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74320" y="2560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visual aplicada ao produto digital.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Escura, confiável e com CTA em rosa suave.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32461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B2B2B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" y="32644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Cinza Escuro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74320" y="364845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8B4B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1792" y="36667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 Suave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274320" y="405079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2D6D8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1792" y="40690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 Claro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12648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VERAH — App UI Mockup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2026-04-30T02:00:02Z</dcterms:created>
  <dcterms:modified xsi:type="dcterms:W3CDTF">2026-04-30T02:00:02Z</dcterms:modified>
</cp:coreProperties>
</file>